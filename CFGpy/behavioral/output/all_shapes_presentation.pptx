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9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4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6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7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8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9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0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020</a:t>
            </a:r>
          </a:p>
        </p:txBody>
      </p:sp>
      <p:pic>
        <p:nvPicPr>
          <p:cNvPr id="3" name="Picture 2" descr="ShapesPlayer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645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021</a:t>
            </a:r>
          </a:p>
        </p:txBody>
      </p:sp>
      <p:pic>
        <p:nvPicPr>
          <p:cNvPr id="3" name="Picture 2" descr="ShapesPlayer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743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022</a:t>
            </a:r>
          </a:p>
        </p:txBody>
      </p:sp>
      <p:pic>
        <p:nvPicPr>
          <p:cNvPr id="3" name="Picture 2" descr="ShapesPlayer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16568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023</a:t>
            </a:r>
          </a:p>
        </p:txBody>
      </p:sp>
      <p:pic>
        <p:nvPicPr>
          <p:cNvPr id="3" name="Picture 2" descr="ShapesPlayer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286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024</a:t>
            </a:r>
          </a:p>
        </p:txBody>
      </p:sp>
      <p:pic>
        <p:nvPicPr>
          <p:cNvPr id="3" name="Picture 2" descr="ShapesPlayer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789043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025</a:t>
            </a:r>
          </a:p>
        </p:txBody>
      </p:sp>
      <p:pic>
        <p:nvPicPr>
          <p:cNvPr id="3" name="Picture 2" descr="ShapesPlayer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16568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026</a:t>
            </a:r>
          </a:p>
        </p:txBody>
      </p:sp>
      <p:pic>
        <p:nvPicPr>
          <p:cNvPr id="3" name="Picture 2" descr="ShapesPlayer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286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027</a:t>
            </a:r>
          </a:p>
        </p:txBody>
      </p:sp>
      <p:pic>
        <p:nvPicPr>
          <p:cNvPr id="3" name="Picture 2" descr="ShapesPlayer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95942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028</a:t>
            </a:r>
          </a:p>
        </p:txBody>
      </p:sp>
      <p:pic>
        <p:nvPicPr>
          <p:cNvPr id="3" name="Picture 2" descr="ShapesPlayer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16568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029</a:t>
            </a:r>
          </a:p>
        </p:txBody>
      </p:sp>
      <p:pic>
        <p:nvPicPr>
          <p:cNvPr id="3" name="Picture 2" descr="ShapesPlayer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057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031</a:t>
            </a:r>
          </a:p>
        </p:txBody>
      </p:sp>
      <p:pic>
        <p:nvPicPr>
          <p:cNvPr id="3" name="Picture 2" descr="ShapesPlayer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57175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032</a:t>
            </a:r>
          </a:p>
        </p:txBody>
      </p:sp>
      <p:pic>
        <p:nvPicPr>
          <p:cNvPr id="3" name="Picture 2" descr="ShapesPlayer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057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033</a:t>
            </a:r>
          </a:p>
        </p:txBody>
      </p:sp>
      <p:pic>
        <p:nvPicPr>
          <p:cNvPr id="3" name="Picture 2" descr="ShapesPlayer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057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034</a:t>
            </a:r>
          </a:p>
        </p:txBody>
      </p:sp>
      <p:pic>
        <p:nvPicPr>
          <p:cNvPr id="3" name="Picture 2" descr="ShapesPlayer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703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035</a:t>
            </a:r>
          </a:p>
        </p:txBody>
      </p:sp>
      <p:pic>
        <p:nvPicPr>
          <p:cNvPr id="3" name="Picture 2" descr="ShapesPlayer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16568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036</a:t>
            </a:r>
          </a:p>
        </p:txBody>
      </p:sp>
      <p:pic>
        <p:nvPicPr>
          <p:cNvPr id="3" name="Picture 2" descr="ShapesPlayer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420471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037</a:t>
            </a:r>
          </a:p>
        </p:txBody>
      </p:sp>
      <p:pic>
        <p:nvPicPr>
          <p:cNvPr id="3" name="Picture 2" descr="ShapesPlayer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057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038</a:t>
            </a:r>
          </a:p>
        </p:txBody>
      </p:sp>
      <p:pic>
        <p:nvPicPr>
          <p:cNvPr id="3" name="Picture 2" descr="ShapesPlayer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57175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039</a:t>
            </a:r>
          </a:p>
        </p:txBody>
      </p:sp>
      <p:pic>
        <p:nvPicPr>
          <p:cNvPr id="3" name="Picture 2" descr="ShapesPlayer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743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040</a:t>
            </a:r>
          </a:p>
        </p:txBody>
      </p:sp>
      <p:pic>
        <p:nvPicPr>
          <p:cNvPr id="3" name="Picture 2" descr="ShapesPlayer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429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041</a:t>
            </a:r>
          </a:p>
        </p:txBody>
      </p:sp>
      <p:pic>
        <p:nvPicPr>
          <p:cNvPr id="3" name="Picture 2" descr="ShapesPlayer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57175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042</a:t>
            </a:r>
          </a:p>
        </p:txBody>
      </p:sp>
      <p:pic>
        <p:nvPicPr>
          <p:cNvPr id="3" name="Picture 2" descr="ShapesPlayer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95942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043</a:t>
            </a:r>
          </a:p>
        </p:txBody>
      </p:sp>
      <p:pic>
        <p:nvPicPr>
          <p:cNvPr id="3" name="Picture 2" descr="ShapesPlayer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286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044</a:t>
            </a:r>
          </a:p>
        </p:txBody>
      </p:sp>
      <p:pic>
        <p:nvPicPr>
          <p:cNvPr id="3" name="Picture 2" descr="ShapesPlayer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165231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045</a:t>
            </a:r>
          </a:p>
        </p:txBody>
      </p:sp>
      <p:pic>
        <p:nvPicPr>
          <p:cNvPr id="3" name="Picture 2" descr="ShapesPlayer0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16568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046</a:t>
            </a:r>
          </a:p>
        </p:txBody>
      </p:sp>
      <p:pic>
        <p:nvPicPr>
          <p:cNvPr id="3" name="Picture 2" descr="ShapesPlayer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16568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047</a:t>
            </a:r>
          </a:p>
        </p:txBody>
      </p:sp>
      <p:pic>
        <p:nvPicPr>
          <p:cNvPr id="3" name="Picture 2" descr="ShapesPlayer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57175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048</a:t>
            </a:r>
          </a:p>
        </p:txBody>
      </p:sp>
      <p:pic>
        <p:nvPicPr>
          <p:cNvPr id="3" name="Picture 2" descr="ShapesPlayer0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420471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049</a:t>
            </a:r>
          </a:p>
        </p:txBody>
      </p:sp>
      <p:pic>
        <p:nvPicPr>
          <p:cNvPr id="3" name="Picture 2" descr="ShapesPlayer0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572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050</a:t>
            </a:r>
          </a:p>
        </p:txBody>
      </p:sp>
      <p:pic>
        <p:nvPicPr>
          <p:cNvPr id="3" name="Picture 2" descr="ShapesPlayer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939143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051</a:t>
            </a:r>
          </a:p>
        </p:txBody>
      </p:sp>
      <p:pic>
        <p:nvPicPr>
          <p:cNvPr id="3" name="Picture 2" descr="ShapesPlayer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95942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052</a:t>
            </a:r>
          </a:p>
        </p:txBody>
      </p:sp>
      <p:pic>
        <p:nvPicPr>
          <p:cNvPr id="3" name="Picture 2" descr="ShapesPlayer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286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053</a:t>
            </a:r>
          </a:p>
        </p:txBody>
      </p:sp>
      <p:pic>
        <p:nvPicPr>
          <p:cNvPr id="3" name="Picture 2" descr="ShapesPlayer0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95942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054</a:t>
            </a:r>
          </a:p>
        </p:txBody>
      </p:sp>
      <p:pic>
        <p:nvPicPr>
          <p:cNvPr id="3" name="Picture 2" descr="ShapesPlayer0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57175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055</a:t>
            </a:r>
          </a:p>
        </p:txBody>
      </p:sp>
      <p:pic>
        <p:nvPicPr>
          <p:cNvPr id="3" name="Picture 2" descr="ShapesPlayer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420471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056</a:t>
            </a:r>
          </a:p>
        </p:txBody>
      </p:sp>
      <p:pic>
        <p:nvPicPr>
          <p:cNvPr id="3" name="Picture 2" descr="ShapesPlayer0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789043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057b</a:t>
            </a:r>
          </a:p>
        </p:txBody>
      </p:sp>
      <p:pic>
        <p:nvPicPr>
          <p:cNvPr id="3" name="Picture 2" descr="ShapesPlayer05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743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058</a:t>
            </a:r>
          </a:p>
        </p:txBody>
      </p:sp>
      <p:pic>
        <p:nvPicPr>
          <p:cNvPr id="3" name="Picture 2" descr="ShapesPlayer0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703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059</a:t>
            </a:r>
          </a:p>
        </p:txBody>
      </p:sp>
      <p:pic>
        <p:nvPicPr>
          <p:cNvPr id="3" name="Picture 2" descr="ShapesPlayer0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743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060</a:t>
            </a:r>
          </a:p>
        </p:txBody>
      </p:sp>
      <p:pic>
        <p:nvPicPr>
          <p:cNvPr id="3" name="Picture 2" descr="ShapesPlayer0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703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061</a:t>
            </a:r>
          </a:p>
        </p:txBody>
      </p:sp>
      <p:pic>
        <p:nvPicPr>
          <p:cNvPr id="3" name="Picture 2" descr="ShapesPlayer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645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062</a:t>
            </a:r>
          </a:p>
        </p:txBody>
      </p:sp>
      <p:pic>
        <p:nvPicPr>
          <p:cNvPr id="3" name="Picture 2" descr="ShapesPlayer0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420471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063</a:t>
            </a:r>
          </a:p>
        </p:txBody>
      </p:sp>
      <p:pic>
        <p:nvPicPr>
          <p:cNvPr id="3" name="Picture 2" descr="ShapesPlayer0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789043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064</a:t>
            </a:r>
          </a:p>
        </p:txBody>
      </p:sp>
      <p:pic>
        <p:nvPicPr>
          <p:cNvPr id="3" name="Picture 2" descr="ShapesPlayer0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429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065</a:t>
            </a:r>
          </a:p>
        </p:txBody>
      </p:sp>
      <p:pic>
        <p:nvPicPr>
          <p:cNvPr id="3" name="Picture 2" descr="ShapesPlayer0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740727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066</a:t>
            </a:r>
          </a:p>
        </p:txBody>
      </p:sp>
      <p:pic>
        <p:nvPicPr>
          <p:cNvPr id="3" name="Picture 2" descr="ShapesPlayer0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16568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067</a:t>
            </a:r>
          </a:p>
        </p:txBody>
      </p:sp>
      <p:pic>
        <p:nvPicPr>
          <p:cNvPr id="3" name="Picture 2" descr="ShapesPlayer0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16568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068</a:t>
            </a:r>
          </a:p>
        </p:txBody>
      </p:sp>
      <p:pic>
        <p:nvPicPr>
          <p:cNvPr id="3" name="Picture 2" descr="ShapesPlayer0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21023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069</a:t>
            </a:r>
          </a:p>
        </p:txBody>
      </p:sp>
      <p:pic>
        <p:nvPicPr>
          <p:cNvPr id="3" name="Picture 2" descr="ShapesPlayer0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057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070</a:t>
            </a:r>
          </a:p>
        </p:txBody>
      </p:sp>
      <p:pic>
        <p:nvPicPr>
          <p:cNvPr id="3" name="Picture 2" descr="ShapesPlayer0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95942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071</a:t>
            </a:r>
          </a:p>
        </p:txBody>
      </p:sp>
      <p:pic>
        <p:nvPicPr>
          <p:cNvPr id="3" name="Picture 2" descr="ShapesPlayer0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95942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072</a:t>
            </a:r>
          </a:p>
        </p:txBody>
      </p:sp>
      <p:pic>
        <p:nvPicPr>
          <p:cNvPr id="3" name="Picture 2" descr="ShapesPlayer0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703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073</a:t>
            </a:r>
          </a:p>
        </p:txBody>
      </p:sp>
      <p:pic>
        <p:nvPicPr>
          <p:cNvPr id="3" name="Picture 2" descr="ShapesPlayer0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286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074</a:t>
            </a:r>
          </a:p>
        </p:txBody>
      </p:sp>
      <p:pic>
        <p:nvPicPr>
          <p:cNvPr id="3" name="Picture 2" descr="ShapesPlayer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7145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075</a:t>
            </a:r>
          </a:p>
        </p:txBody>
      </p:sp>
      <p:pic>
        <p:nvPicPr>
          <p:cNvPr id="3" name="Picture 2" descr="ShapesPlayer0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16568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076</a:t>
            </a:r>
          </a:p>
        </p:txBody>
      </p:sp>
      <p:pic>
        <p:nvPicPr>
          <p:cNvPr id="3" name="Picture 2" descr="ShapesPlayer0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95942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077</a:t>
            </a:r>
          </a:p>
        </p:txBody>
      </p:sp>
      <p:pic>
        <p:nvPicPr>
          <p:cNvPr id="3" name="Picture 2" descr="ShapesPlayer0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645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078</a:t>
            </a:r>
          </a:p>
        </p:txBody>
      </p:sp>
      <p:pic>
        <p:nvPicPr>
          <p:cNvPr id="3" name="Picture 2" descr="ShapesPlayer0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057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079</a:t>
            </a:r>
          </a:p>
        </p:txBody>
      </p:sp>
      <p:pic>
        <p:nvPicPr>
          <p:cNvPr id="3" name="Picture 2" descr="ShapesPlayer0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7145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080</a:t>
            </a:r>
          </a:p>
        </p:txBody>
      </p:sp>
      <p:pic>
        <p:nvPicPr>
          <p:cNvPr id="3" name="Picture 2" descr="ShapesPlayer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16568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081</a:t>
            </a:r>
          </a:p>
        </p:txBody>
      </p:sp>
      <p:pic>
        <p:nvPicPr>
          <p:cNvPr id="3" name="Picture 2" descr="ShapesPlayer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703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082</a:t>
            </a:r>
          </a:p>
        </p:txBody>
      </p:sp>
      <p:pic>
        <p:nvPicPr>
          <p:cNvPr id="3" name="Picture 2" descr="ShapesPlayer0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703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083</a:t>
            </a:r>
          </a:p>
        </p:txBody>
      </p:sp>
      <p:pic>
        <p:nvPicPr>
          <p:cNvPr id="3" name="Picture 2" descr="ShapesPlayer0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743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084</a:t>
            </a:r>
          </a:p>
        </p:txBody>
      </p:sp>
      <p:pic>
        <p:nvPicPr>
          <p:cNvPr id="3" name="Picture 2" descr="ShapesPlayer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95942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085</a:t>
            </a:r>
          </a:p>
        </p:txBody>
      </p:sp>
      <p:pic>
        <p:nvPicPr>
          <p:cNvPr id="3" name="Picture 2" descr="ShapesPlayer0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95942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086</a:t>
            </a:r>
          </a:p>
        </p:txBody>
      </p:sp>
      <p:pic>
        <p:nvPicPr>
          <p:cNvPr id="3" name="Picture 2" descr="ShapesPlayer0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420471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087</a:t>
            </a:r>
          </a:p>
        </p:txBody>
      </p:sp>
      <p:pic>
        <p:nvPicPr>
          <p:cNvPr id="3" name="Picture 2" descr="ShapesPlayer0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371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088</a:t>
            </a:r>
          </a:p>
        </p:txBody>
      </p:sp>
      <p:pic>
        <p:nvPicPr>
          <p:cNvPr id="3" name="Picture 2" descr="ShapesPlayer0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703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089</a:t>
            </a:r>
          </a:p>
        </p:txBody>
      </p:sp>
      <p:pic>
        <p:nvPicPr>
          <p:cNvPr id="3" name="Picture 2" descr="ShapesPlayer0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95942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090</a:t>
            </a:r>
          </a:p>
        </p:txBody>
      </p:sp>
      <p:pic>
        <p:nvPicPr>
          <p:cNvPr id="3" name="Picture 2" descr="ShapesPlayer0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703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091</a:t>
            </a:r>
          </a:p>
        </p:txBody>
      </p:sp>
      <p:pic>
        <p:nvPicPr>
          <p:cNvPr id="3" name="Picture 2" descr="ShapesPlayer0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16568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092</a:t>
            </a:r>
          </a:p>
        </p:txBody>
      </p:sp>
      <p:pic>
        <p:nvPicPr>
          <p:cNvPr id="3" name="Picture 2" descr="ShapesPlayer0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418897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093</a:t>
            </a:r>
          </a:p>
        </p:txBody>
      </p:sp>
      <p:pic>
        <p:nvPicPr>
          <p:cNvPr id="3" name="Picture 2" descr="ShapesPlayer0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16568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094</a:t>
            </a:r>
          </a:p>
        </p:txBody>
      </p:sp>
      <p:pic>
        <p:nvPicPr>
          <p:cNvPr id="3" name="Picture 2" descr="ShapesPlayer0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95942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095</a:t>
            </a:r>
          </a:p>
        </p:txBody>
      </p:sp>
      <p:pic>
        <p:nvPicPr>
          <p:cNvPr id="3" name="Picture 2" descr="ShapesPlayer0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703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096</a:t>
            </a:r>
          </a:p>
        </p:txBody>
      </p:sp>
      <p:pic>
        <p:nvPicPr>
          <p:cNvPr id="3" name="Picture 2" descr="ShapesPlayer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95942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097</a:t>
            </a:r>
          </a:p>
        </p:txBody>
      </p:sp>
      <p:pic>
        <p:nvPicPr>
          <p:cNvPr id="3" name="Picture 2" descr="ShapesPlayer0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429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098</a:t>
            </a:r>
          </a:p>
        </p:txBody>
      </p:sp>
      <p:pic>
        <p:nvPicPr>
          <p:cNvPr id="3" name="Picture 2" descr="ShapesPlayer0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429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099</a:t>
            </a:r>
          </a:p>
        </p:txBody>
      </p:sp>
      <p:pic>
        <p:nvPicPr>
          <p:cNvPr id="3" name="Picture 2" descr="ShapesPlayer0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740727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100</a:t>
            </a:r>
          </a:p>
        </p:txBody>
      </p:sp>
      <p:pic>
        <p:nvPicPr>
          <p:cNvPr id="3" name="Picture 2" descr="ShapesPlayer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057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101</a:t>
            </a:r>
          </a:p>
        </p:txBody>
      </p:sp>
      <p:pic>
        <p:nvPicPr>
          <p:cNvPr id="3" name="Picture 2" descr="ShapesPlayer1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743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102</a:t>
            </a:r>
          </a:p>
        </p:txBody>
      </p:sp>
      <p:pic>
        <p:nvPicPr>
          <p:cNvPr id="3" name="Picture 2" descr="ShapesPlayer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5720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